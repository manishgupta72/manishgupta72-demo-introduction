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26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58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1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5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0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8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87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25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6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97142-195F-48ED-9E78-A6E4DEBAF30B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0CCBC-893F-4302-B51A-814A85ECB9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2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Manish Gupta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0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Manish Gupta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Manish Gupta</dc:title>
  <dc:creator>MANISH</dc:creator>
  <cp:lastModifiedBy>MANISH</cp:lastModifiedBy>
  <cp:revision>1</cp:revision>
  <dcterms:created xsi:type="dcterms:W3CDTF">2021-04-04T04:34:11Z</dcterms:created>
  <dcterms:modified xsi:type="dcterms:W3CDTF">2021-04-04T04:34:23Z</dcterms:modified>
</cp:coreProperties>
</file>