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0962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940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8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891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766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796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69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50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54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02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7217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F5483-49D4-423D-B651-4876D8C3D41A}" type="datetimeFigureOut">
              <a:rPr lang="en-US" smtClean="0"/>
              <a:t>4/6/2021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D3FEA-593D-4985-9F1C-0EBA449150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64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Manish </a:t>
            </a:r>
            <a:r>
              <a:rPr lang="en-US" dirty="0" err="1" smtClean="0"/>
              <a:t>gupta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Hello my name is </a:t>
            </a:r>
            <a:r>
              <a:rPr lang="en-US" dirty="0" err="1" smtClean="0"/>
              <a:t>manish</a:t>
            </a:r>
            <a:r>
              <a:rPr lang="en-US" dirty="0" smtClean="0"/>
              <a:t> </a:t>
            </a:r>
            <a:r>
              <a:rPr lang="en-US" dirty="0" err="1" smtClean="0"/>
              <a:t>gupta</a:t>
            </a:r>
            <a:r>
              <a:rPr lang="en-US" dirty="0" smtClean="0"/>
              <a:t> and your name is what tell </a:t>
            </a:r>
            <a:r>
              <a:rPr lang="en-US" smtClean="0"/>
              <a:t>me </a:t>
            </a:r>
            <a:r>
              <a:rPr lang="en-US" smtClean="0"/>
              <a:t>right now;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0519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Manish gupta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Manish gupta</dc:title>
  <dc:creator>MANISH</dc:creator>
  <cp:lastModifiedBy>MANISH</cp:lastModifiedBy>
  <cp:revision>2</cp:revision>
  <dcterms:created xsi:type="dcterms:W3CDTF">2021-04-05T18:57:31Z</dcterms:created>
  <dcterms:modified xsi:type="dcterms:W3CDTF">2021-04-05T19:01:48Z</dcterms:modified>
</cp:coreProperties>
</file>