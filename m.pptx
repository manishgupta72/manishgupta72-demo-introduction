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6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2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4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9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73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8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875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3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4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7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9FEE1-D2A7-42E7-BCC7-9C70577715DC}" type="datetimeFigureOut">
              <a:rPr lang="en-US" smtClean="0"/>
              <a:t>4/4/2021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4E49B-619F-442E-826B-68C8DD2E5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59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L;l;liuhu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7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L;l;liuhu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L;l;liuhu</dc:title>
  <dc:creator>MANISH</dc:creator>
  <cp:lastModifiedBy>MANISH</cp:lastModifiedBy>
  <cp:revision>1</cp:revision>
  <dcterms:created xsi:type="dcterms:W3CDTF">2021-04-04T05:28:38Z</dcterms:created>
  <dcterms:modified xsi:type="dcterms:W3CDTF">2021-04-04T05:28:51Z</dcterms:modified>
</cp:coreProperties>
</file>